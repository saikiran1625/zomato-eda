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6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81" d="100"/>
          <a:sy n="81" d="100"/>
        </p:scale>
        <p:origin x="754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B0A59F-918E-7DE2-1FAE-43D4426459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BA8A1B5-68FB-EF04-3DE5-361955972F7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0BA1C2-5C7C-8C59-24D9-068D31A398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CBA022-6B4D-48C2-B325-9908D0DC37EF}" type="datetimeFigureOut">
              <a:rPr lang="en-IN" smtClean="0"/>
              <a:t>10-12-2025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147F14-AFFC-C135-4358-7B57E923AC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A7BE91-C91A-1C5D-5A5A-4A4024BE83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CAA54F-99B1-4905-A319-E8F0CA22873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371704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6BF93D-4180-175E-92A7-25D6ADD905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DFD4AE-2B77-46AB-1066-86EE46F2FB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325CE0-555E-C841-3220-2D3D254DFB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CBA022-6B4D-48C2-B325-9908D0DC37EF}" type="datetimeFigureOut">
              <a:rPr lang="en-IN" smtClean="0"/>
              <a:t>10-12-2025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ABE6EB-DF85-156F-482A-2F404DDBD9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7D205D-0D00-7298-0C07-8EC9BC1062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CAA54F-99B1-4905-A319-E8F0CA22873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46547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38F8A0-BB26-AAC3-28F4-EC8F7B9C98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896F9AE-38C1-2DD3-0B23-9D2D489A1B1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2DAAE9-D817-C982-99EB-1454F5E75E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CBA022-6B4D-48C2-B325-9908D0DC37EF}" type="datetimeFigureOut">
              <a:rPr lang="en-IN" smtClean="0"/>
              <a:t>10-12-2025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591F94-AEE3-9AA6-2E1B-468F85814A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9B40DF-5FCB-CDF7-9713-0FB99B48B7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CAA54F-99B1-4905-A319-E8F0CA22873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016062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64D1A0-0E8E-094E-B17A-1D879607CE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66F69F-B99F-2120-9D09-D70A8809A6F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3ED8396-02F4-D393-F889-5393B26A4C7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CF7136-B02D-1754-19EF-BECAA5CF33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CBA022-6B4D-48C2-B325-9908D0DC37EF}" type="datetimeFigureOut">
              <a:rPr lang="en-IN" smtClean="0"/>
              <a:t>10-12-2025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2B59F30-6352-AD3E-0DF4-A8FEDC1886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388CB6E-43E5-28F0-D66C-65B4343429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CAA54F-99B1-4905-A319-E8F0CA22873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905519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511032-D7CE-2075-7683-C3064B2E43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336C3C5-BF75-41DE-8786-7E80FA7A038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A54047E-6597-8614-E5DF-83A40207334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A99F171-D60D-981D-232D-1C3CE39BD7B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DC9A35F-5E62-C90A-3173-B99992286B6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43FEAC4-5C38-BC09-3ADA-60D9F9D6D0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CBA022-6B4D-48C2-B325-9908D0DC37EF}" type="datetimeFigureOut">
              <a:rPr lang="en-IN" smtClean="0"/>
              <a:t>10-12-2025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EA1B4E8-3CF2-2A2D-2F5B-802191C3FB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53FB6CB-1988-E5C1-E21F-F9A20295ED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CAA54F-99B1-4905-A319-E8F0CA22873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871241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A9D15E-60A2-8FD5-B62E-B481638253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4BB783D-CA22-5AB0-4F7A-AA07478280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CBA022-6B4D-48C2-B325-9908D0DC37EF}" type="datetimeFigureOut">
              <a:rPr lang="en-IN" smtClean="0"/>
              <a:t>10-12-2025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C54780D-C33E-751F-5725-4A4CFCEA70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A384BA0-B980-10BA-89EE-4222A25A01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CAA54F-99B1-4905-A319-E8F0CA22873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706274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CE02C83-8D7E-6616-1AEC-5E9475E66C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CBA022-6B4D-48C2-B325-9908D0DC37EF}" type="datetimeFigureOut">
              <a:rPr lang="en-IN" smtClean="0"/>
              <a:t>10-12-2025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338A331-C655-DE85-AF77-65DC4EAF20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4E4D10-6B50-48AC-E0B1-B17F28D9B2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CAA54F-99B1-4905-A319-E8F0CA22873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176171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EE197E-A96A-7832-167E-E68E9EDD65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DB0CE7-A612-F307-F8EF-521FA54224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CC15B38-A063-5AFA-6DE0-D4E8F53AD93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ABD6D7A-6BD2-6CC4-ABE0-910636301B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CBA022-6B4D-48C2-B325-9908D0DC37EF}" type="datetimeFigureOut">
              <a:rPr lang="en-IN" smtClean="0"/>
              <a:t>10-12-2025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9AF2A10-6A39-6714-D16C-5FBDED1D12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2538320-099C-0E37-A817-ACD966B360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CAA54F-99B1-4905-A319-E8F0CA22873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854869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522B79-F294-2D8F-AD0A-A4A9D2F2B3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2FCA1B1-4535-C02F-0F45-7C3597D33FA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F99DB34-3B03-BF77-6F2D-56DAB762CA6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5924292-FB4E-AF72-F69A-5A82F5C526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CBA022-6B4D-48C2-B325-9908D0DC37EF}" type="datetimeFigureOut">
              <a:rPr lang="en-IN" smtClean="0"/>
              <a:t>10-12-2025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3E2A760-6BD0-F73D-093A-206274C128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D32D22D-E8F7-9173-49B4-92BFC534CF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CAA54F-99B1-4905-A319-E8F0CA22873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190524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2BBD72-6C9B-5F49-8894-F2191FFED8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7222D91-67AF-FCAC-BA23-D916E6F207A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766458-41AF-F2E0-523D-718ED035CA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CBA022-6B4D-48C2-B325-9908D0DC37EF}" type="datetimeFigureOut">
              <a:rPr lang="en-IN" smtClean="0"/>
              <a:t>10-12-2025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2D988E-257F-FA5B-A430-FF3087F4EB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74C0E9-16BB-DA3A-9065-AA8F1B53D3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CAA54F-99B1-4905-A319-E8F0CA22873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977431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1283E8E-94E2-74E3-BE25-3CF39651A9E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119EA54-6BEA-E534-F419-9AB95DF8B2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266804-434B-3646-4A25-65937F49A1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CBA022-6B4D-48C2-B325-9908D0DC37EF}" type="datetimeFigureOut">
              <a:rPr lang="en-IN" smtClean="0"/>
              <a:t>10-12-2025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43BFEF-5A7E-A716-DB29-77FA169E7C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606201-D453-E034-388B-A355CA3498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CAA54F-99B1-4905-A319-E8F0CA22873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678467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175D8F9-2CE0-E7EE-454B-58A1137E02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9BC4A02-EDCD-A2E0-0E01-88A8052EE9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B8D44D-8E65-1B7A-001C-C6C537758CC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CBA022-6B4D-48C2-B325-9908D0DC37EF}" type="datetimeFigureOut">
              <a:rPr lang="en-IN" smtClean="0"/>
              <a:t>10-12-2025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9D52BA-DB14-6043-10AD-C904AA7CE48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C8791E-7757-A958-010A-B06351DA7E9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DCAA54F-99B1-4905-A319-E8F0CA22873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454237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4330D7E-0A9E-909E-C549-6647FF33CF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580"/>
            <a:ext cx="12192000" cy="68388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84514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B4192E-B14A-A59B-45F8-D1A7DEDF900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E686B58-FB29-BB98-C5D2-5ECD6BA1FD5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0AF6CA6-0B58-81EA-4C47-8E403CD026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796908F-8C68-A5AD-040E-971EE21AD3D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79531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9CD994C-AB8D-0F72-29C4-B0551443BC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61199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5B77D86-34F5-3632-D805-4DCAC72F8E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95817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28D426C-FE06-8422-4EB7-BC6695639F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25191"/>
            <a:ext cx="12192000" cy="69831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026798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</TotalTime>
  <Words>0</Words>
  <Application>Microsoft Office PowerPoint</Application>
  <PresentationFormat>Widescreen</PresentationFormat>
  <Paragraphs>0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sai kiran</dc:creator>
  <cp:lastModifiedBy>sai kiran</cp:lastModifiedBy>
  <cp:revision>1</cp:revision>
  <dcterms:created xsi:type="dcterms:W3CDTF">2025-12-10T15:45:05Z</dcterms:created>
  <dcterms:modified xsi:type="dcterms:W3CDTF">2025-12-10T16:05:27Z</dcterms:modified>
</cp:coreProperties>
</file>